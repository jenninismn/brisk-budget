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Relationship Id="rId4" Type="http://schemas.openxmlformats.org/officeDocument/2006/relationships/image" Target="../media/image1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DBE1E23-62B3-4791-92D7-BECB3C2AFDBC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FBFD169-AD9D-4DE4-8345-28ABC4225DE5}">
      <dgm:prSet/>
      <dgm:spPr/>
      <dgm:t>
        <a:bodyPr/>
        <a:lstStyle/>
        <a:p>
          <a:pPr>
            <a:defRPr cap="all"/>
          </a:pPr>
          <a:r>
            <a:rPr lang="de-AT"/>
            <a:t>Kategorien &amp; Transaktionen verwalten</a:t>
          </a:r>
          <a:endParaRPr lang="en-US"/>
        </a:p>
      </dgm:t>
    </dgm:pt>
    <dgm:pt modelId="{5B0E1B1E-5D90-4D21-B482-5906F937CE5C}" type="parTrans" cxnId="{AEDC46E3-49F1-4EEC-812F-7C0BA09FCCDC}">
      <dgm:prSet/>
      <dgm:spPr/>
      <dgm:t>
        <a:bodyPr/>
        <a:lstStyle/>
        <a:p>
          <a:endParaRPr lang="en-US"/>
        </a:p>
      </dgm:t>
    </dgm:pt>
    <dgm:pt modelId="{BF15509F-BDFD-4D8E-9E04-F18C5F92A501}" type="sibTrans" cxnId="{AEDC46E3-49F1-4EEC-812F-7C0BA09FCCDC}">
      <dgm:prSet/>
      <dgm:spPr/>
      <dgm:t>
        <a:bodyPr/>
        <a:lstStyle/>
        <a:p>
          <a:endParaRPr lang="en-US"/>
        </a:p>
      </dgm:t>
    </dgm:pt>
    <dgm:pt modelId="{0FA6DA89-747F-4981-94E0-0D9F356A8F2D}">
      <dgm:prSet/>
      <dgm:spPr/>
      <dgm:t>
        <a:bodyPr/>
        <a:lstStyle/>
        <a:p>
          <a:pPr>
            <a:defRPr cap="all"/>
          </a:pPr>
          <a:r>
            <a:rPr lang="de-AT"/>
            <a:t>Finanzdaten werden lokal in JSON-Dateien gespeichert</a:t>
          </a:r>
          <a:endParaRPr lang="en-US"/>
        </a:p>
      </dgm:t>
    </dgm:pt>
    <dgm:pt modelId="{4A9EFE0B-28AF-4F4B-B231-F2E2D362D340}" type="parTrans" cxnId="{771973D6-629B-4207-A3FC-E0A88E341565}">
      <dgm:prSet/>
      <dgm:spPr/>
      <dgm:t>
        <a:bodyPr/>
        <a:lstStyle/>
        <a:p>
          <a:endParaRPr lang="en-US"/>
        </a:p>
      </dgm:t>
    </dgm:pt>
    <dgm:pt modelId="{5121262F-3BA3-48D6-8B12-726617A7EEF4}" type="sibTrans" cxnId="{771973D6-629B-4207-A3FC-E0A88E341565}">
      <dgm:prSet/>
      <dgm:spPr/>
      <dgm:t>
        <a:bodyPr/>
        <a:lstStyle/>
        <a:p>
          <a:endParaRPr lang="en-US"/>
        </a:p>
      </dgm:t>
    </dgm:pt>
    <dgm:pt modelId="{8CD877E7-7522-40A6-A973-5006F4B5E0A2}">
      <dgm:prSet/>
      <dgm:spPr/>
      <dgm:t>
        <a:bodyPr/>
        <a:lstStyle/>
        <a:p>
          <a:pPr>
            <a:defRPr cap="all"/>
          </a:pPr>
          <a:r>
            <a:rPr lang="de-AT"/>
            <a:t>Viele Operationen auf Daten (CRUD + Replacements)</a:t>
          </a:r>
          <a:endParaRPr lang="en-US"/>
        </a:p>
      </dgm:t>
    </dgm:pt>
    <dgm:pt modelId="{6760EC3D-E523-47DF-8714-0A0C2FE6CCE1}" type="parTrans" cxnId="{56F4CE7A-D434-4698-AC84-643DBB76B009}">
      <dgm:prSet/>
      <dgm:spPr/>
      <dgm:t>
        <a:bodyPr/>
        <a:lstStyle/>
        <a:p>
          <a:endParaRPr lang="en-US"/>
        </a:p>
      </dgm:t>
    </dgm:pt>
    <dgm:pt modelId="{F95546AC-D4B4-4072-B365-C770DC075C9E}" type="sibTrans" cxnId="{56F4CE7A-D434-4698-AC84-643DBB76B009}">
      <dgm:prSet/>
      <dgm:spPr/>
      <dgm:t>
        <a:bodyPr/>
        <a:lstStyle/>
        <a:p>
          <a:endParaRPr lang="en-US"/>
        </a:p>
      </dgm:t>
    </dgm:pt>
    <dgm:pt modelId="{6C3E5E88-340D-412E-BCF4-2C4FAF10A063}" type="pres">
      <dgm:prSet presAssocID="{0DBE1E23-62B3-4791-92D7-BECB3C2AFDBC}" presName="root" presStyleCnt="0">
        <dgm:presLayoutVars>
          <dgm:dir/>
          <dgm:resizeHandles val="exact"/>
        </dgm:presLayoutVars>
      </dgm:prSet>
      <dgm:spPr/>
    </dgm:pt>
    <dgm:pt modelId="{5F10561E-1FB5-49D3-B46B-323F2BD2AB67}" type="pres">
      <dgm:prSet presAssocID="{2FBFD169-AD9D-4DE4-8345-28ABC4225DE5}" presName="compNode" presStyleCnt="0"/>
      <dgm:spPr/>
    </dgm:pt>
    <dgm:pt modelId="{3AD9A2D8-57E4-40A3-B163-8A2726D41AA9}" type="pres">
      <dgm:prSet presAssocID="{2FBFD169-AD9D-4DE4-8345-28ABC4225DE5}" presName="iconBgRect" presStyleLbl="bgShp" presStyleIdx="0" presStyleCnt="3"/>
      <dgm:spPr/>
    </dgm:pt>
    <dgm:pt modelId="{EC0A7D33-ECEE-4CC5-BF37-8144C5754117}" type="pres">
      <dgm:prSet presAssocID="{2FBFD169-AD9D-4DE4-8345-28ABC4225DE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gistrierkasse"/>
        </a:ext>
      </dgm:extLst>
    </dgm:pt>
    <dgm:pt modelId="{17DC295D-3596-4051-80CF-C9A9FDACAB76}" type="pres">
      <dgm:prSet presAssocID="{2FBFD169-AD9D-4DE4-8345-28ABC4225DE5}" presName="spaceRect" presStyleCnt="0"/>
      <dgm:spPr/>
    </dgm:pt>
    <dgm:pt modelId="{BE2490EF-321D-4D0D-A4E3-9776641009FC}" type="pres">
      <dgm:prSet presAssocID="{2FBFD169-AD9D-4DE4-8345-28ABC4225DE5}" presName="textRect" presStyleLbl="revTx" presStyleIdx="0" presStyleCnt="3">
        <dgm:presLayoutVars>
          <dgm:chMax val="1"/>
          <dgm:chPref val="1"/>
        </dgm:presLayoutVars>
      </dgm:prSet>
      <dgm:spPr/>
    </dgm:pt>
    <dgm:pt modelId="{09FD399C-ECB1-4B40-AD3D-08AF02ED3FCE}" type="pres">
      <dgm:prSet presAssocID="{BF15509F-BDFD-4D8E-9E04-F18C5F92A501}" presName="sibTrans" presStyleCnt="0"/>
      <dgm:spPr/>
    </dgm:pt>
    <dgm:pt modelId="{6AEF4B9C-062C-4009-AF9A-63BE21DA650A}" type="pres">
      <dgm:prSet presAssocID="{0FA6DA89-747F-4981-94E0-0D9F356A8F2D}" presName="compNode" presStyleCnt="0"/>
      <dgm:spPr/>
    </dgm:pt>
    <dgm:pt modelId="{3A1F1196-4822-458F-B5B5-F6614843FBF0}" type="pres">
      <dgm:prSet presAssocID="{0FA6DA89-747F-4981-94E0-0D9F356A8F2D}" presName="iconBgRect" presStyleLbl="bgShp" presStyleIdx="1" presStyleCnt="3"/>
      <dgm:spPr/>
    </dgm:pt>
    <dgm:pt modelId="{3EB0CE49-F04B-409A-AFD4-74DEF9B928FD}" type="pres">
      <dgm:prSet presAssocID="{0FA6DA89-747F-4981-94E0-0D9F356A8F2D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tte"/>
        </a:ext>
      </dgm:extLst>
    </dgm:pt>
    <dgm:pt modelId="{B17AEAA0-96BC-4859-93AC-FAB8B9319903}" type="pres">
      <dgm:prSet presAssocID="{0FA6DA89-747F-4981-94E0-0D9F356A8F2D}" presName="spaceRect" presStyleCnt="0"/>
      <dgm:spPr/>
    </dgm:pt>
    <dgm:pt modelId="{6CEE82DB-EB6B-4CE6-B50B-2168DF0F330C}" type="pres">
      <dgm:prSet presAssocID="{0FA6DA89-747F-4981-94E0-0D9F356A8F2D}" presName="textRect" presStyleLbl="revTx" presStyleIdx="1" presStyleCnt="3">
        <dgm:presLayoutVars>
          <dgm:chMax val="1"/>
          <dgm:chPref val="1"/>
        </dgm:presLayoutVars>
      </dgm:prSet>
      <dgm:spPr/>
    </dgm:pt>
    <dgm:pt modelId="{249269A0-A994-4877-8D42-97D6A24A1230}" type="pres">
      <dgm:prSet presAssocID="{5121262F-3BA3-48D6-8B12-726617A7EEF4}" presName="sibTrans" presStyleCnt="0"/>
      <dgm:spPr/>
    </dgm:pt>
    <dgm:pt modelId="{89861095-D795-4C5A-8AAB-F8720734E36F}" type="pres">
      <dgm:prSet presAssocID="{8CD877E7-7522-40A6-A973-5006F4B5E0A2}" presName="compNode" presStyleCnt="0"/>
      <dgm:spPr/>
    </dgm:pt>
    <dgm:pt modelId="{5795CEFE-04F4-4E9E-885F-FAE3A492B2A9}" type="pres">
      <dgm:prSet presAssocID="{8CD877E7-7522-40A6-A973-5006F4B5E0A2}" presName="iconBgRect" presStyleLbl="bgShp" presStyleIdx="2" presStyleCnt="3"/>
      <dgm:spPr/>
    </dgm:pt>
    <dgm:pt modelId="{25339AE6-6BB1-414E-B6AB-47E8A44A619A}" type="pres">
      <dgm:prSet presAssocID="{8CD877E7-7522-40A6-A973-5006F4B5E0A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kop"/>
        </a:ext>
      </dgm:extLst>
    </dgm:pt>
    <dgm:pt modelId="{7F2242E2-04DC-46F6-BD0D-C32D0D525594}" type="pres">
      <dgm:prSet presAssocID="{8CD877E7-7522-40A6-A973-5006F4B5E0A2}" presName="spaceRect" presStyleCnt="0"/>
      <dgm:spPr/>
    </dgm:pt>
    <dgm:pt modelId="{CE778933-F857-4970-8C69-35ACADDAAB00}" type="pres">
      <dgm:prSet presAssocID="{8CD877E7-7522-40A6-A973-5006F4B5E0A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58FD0231-98DF-4761-9617-8CC68FD2DA97}" type="presOf" srcId="{0DBE1E23-62B3-4791-92D7-BECB3C2AFDBC}" destId="{6C3E5E88-340D-412E-BCF4-2C4FAF10A063}" srcOrd="0" destOrd="0" presId="urn:microsoft.com/office/officeart/2018/5/layout/IconCircleLabelList"/>
    <dgm:cxn modelId="{56F4CE7A-D434-4698-AC84-643DBB76B009}" srcId="{0DBE1E23-62B3-4791-92D7-BECB3C2AFDBC}" destId="{8CD877E7-7522-40A6-A973-5006F4B5E0A2}" srcOrd="2" destOrd="0" parTransId="{6760EC3D-E523-47DF-8714-0A0C2FE6CCE1}" sibTransId="{F95546AC-D4B4-4072-B365-C770DC075C9E}"/>
    <dgm:cxn modelId="{C9F5FEB1-389E-463F-AD50-F80DF780D311}" type="presOf" srcId="{2FBFD169-AD9D-4DE4-8345-28ABC4225DE5}" destId="{BE2490EF-321D-4D0D-A4E3-9776641009FC}" srcOrd="0" destOrd="0" presId="urn:microsoft.com/office/officeart/2018/5/layout/IconCircleLabelList"/>
    <dgm:cxn modelId="{2E0B03B6-1607-47CD-A64C-C3B20B948998}" type="presOf" srcId="{8CD877E7-7522-40A6-A973-5006F4B5E0A2}" destId="{CE778933-F857-4970-8C69-35ACADDAAB00}" srcOrd="0" destOrd="0" presId="urn:microsoft.com/office/officeart/2018/5/layout/IconCircleLabelList"/>
    <dgm:cxn modelId="{771973D6-629B-4207-A3FC-E0A88E341565}" srcId="{0DBE1E23-62B3-4791-92D7-BECB3C2AFDBC}" destId="{0FA6DA89-747F-4981-94E0-0D9F356A8F2D}" srcOrd="1" destOrd="0" parTransId="{4A9EFE0B-28AF-4F4B-B231-F2E2D362D340}" sibTransId="{5121262F-3BA3-48D6-8B12-726617A7EEF4}"/>
    <dgm:cxn modelId="{AEDC46E3-49F1-4EEC-812F-7C0BA09FCCDC}" srcId="{0DBE1E23-62B3-4791-92D7-BECB3C2AFDBC}" destId="{2FBFD169-AD9D-4DE4-8345-28ABC4225DE5}" srcOrd="0" destOrd="0" parTransId="{5B0E1B1E-5D90-4D21-B482-5906F937CE5C}" sibTransId="{BF15509F-BDFD-4D8E-9E04-F18C5F92A501}"/>
    <dgm:cxn modelId="{1B72DDEA-A7C6-49CD-9308-0D33382F63CD}" type="presOf" srcId="{0FA6DA89-747F-4981-94E0-0D9F356A8F2D}" destId="{6CEE82DB-EB6B-4CE6-B50B-2168DF0F330C}" srcOrd="0" destOrd="0" presId="urn:microsoft.com/office/officeart/2018/5/layout/IconCircleLabelList"/>
    <dgm:cxn modelId="{31570959-3C76-457F-BE11-B62AC024D0DE}" type="presParOf" srcId="{6C3E5E88-340D-412E-BCF4-2C4FAF10A063}" destId="{5F10561E-1FB5-49D3-B46B-323F2BD2AB67}" srcOrd="0" destOrd="0" presId="urn:microsoft.com/office/officeart/2018/5/layout/IconCircleLabelList"/>
    <dgm:cxn modelId="{A95BEEBA-8517-4924-AC16-E063D09B690D}" type="presParOf" srcId="{5F10561E-1FB5-49D3-B46B-323F2BD2AB67}" destId="{3AD9A2D8-57E4-40A3-B163-8A2726D41AA9}" srcOrd="0" destOrd="0" presId="urn:microsoft.com/office/officeart/2018/5/layout/IconCircleLabelList"/>
    <dgm:cxn modelId="{DB38830E-36AD-42BE-9A6E-014AC1032E2A}" type="presParOf" srcId="{5F10561E-1FB5-49D3-B46B-323F2BD2AB67}" destId="{EC0A7D33-ECEE-4CC5-BF37-8144C5754117}" srcOrd="1" destOrd="0" presId="urn:microsoft.com/office/officeart/2018/5/layout/IconCircleLabelList"/>
    <dgm:cxn modelId="{371470B3-4C4C-4D93-A9E3-E36ECD9CF586}" type="presParOf" srcId="{5F10561E-1FB5-49D3-B46B-323F2BD2AB67}" destId="{17DC295D-3596-4051-80CF-C9A9FDACAB76}" srcOrd="2" destOrd="0" presId="urn:microsoft.com/office/officeart/2018/5/layout/IconCircleLabelList"/>
    <dgm:cxn modelId="{7A4104E7-EDB4-425C-89D5-87FA7912F9DB}" type="presParOf" srcId="{5F10561E-1FB5-49D3-B46B-323F2BD2AB67}" destId="{BE2490EF-321D-4D0D-A4E3-9776641009FC}" srcOrd="3" destOrd="0" presId="urn:microsoft.com/office/officeart/2018/5/layout/IconCircleLabelList"/>
    <dgm:cxn modelId="{3C66A19F-CE19-44C4-B95E-62972772A595}" type="presParOf" srcId="{6C3E5E88-340D-412E-BCF4-2C4FAF10A063}" destId="{09FD399C-ECB1-4B40-AD3D-08AF02ED3FCE}" srcOrd="1" destOrd="0" presId="urn:microsoft.com/office/officeart/2018/5/layout/IconCircleLabelList"/>
    <dgm:cxn modelId="{A15A55DC-9452-4E3F-A913-FDE917C07699}" type="presParOf" srcId="{6C3E5E88-340D-412E-BCF4-2C4FAF10A063}" destId="{6AEF4B9C-062C-4009-AF9A-63BE21DA650A}" srcOrd="2" destOrd="0" presId="urn:microsoft.com/office/officeart/2018/5/layout/IconCircleLabelList"/>
    <dgm:cxn modelId="{1088ACFB-7F9C-46FF-93DD-E3C8C8724615}" type="presParOf" srcId="{6AEF4B9C-062C-4009-AF9A-63BE21DA650A}" destId="{3A1F1196-4822-458F-B5B5-F6614843FBF0}" srcOrd="0" destOrd="0" presId="urn:microsoft.com/office/officeart/2018/5/layout/IconCircleLabelList"/>
    <dgm:cxn modelId="{F5DE2FCC-EDDA-4614-8286-99301E908A4A}" type="presParOf" srcId="{6AEF4B9C-062C-4009-AF9A-63BE21DA650A}" destId="{3EB0CE49-F04B-409A-AFD4-74DEF9B928FD}" srcOrd="1" destOrd="0" presId="urn:microsoft.com/office/officeart/2018/5/layout/IconCircleLabelList"/>
    <dgm:cxn modelId="{ABD7B475-CDBB-4420-9B11-35CD0A2E9698}" type="presParOf" srcId="{6AEF4B9C-062C-4009-AF9A-63BE21DA650A}" destId="{B17AEAA0-96BC-4859-93AC-FAB8B9319903}" srcOrd="2" destOrd="0" presId="urn:microsoft.com/office/officeart/2018/5/layout/IconCircleLabelList"/>
    <dgm:cxn modelId="{7F21F729-1C1E-4937-8B3A-99BE4B7668B6}" type="presParOf" srcId="{6AEF4B9C-062C-4009-AF9A-63BE21DA650A}" destId="{6CEE82DB-EB6B-4CE6-B50B-2168DF0F330C}" srcOrd="3" destOrd="0" presId="urn:microsoft.com/office/officeart/2018/5/layout/IconCircleLabelList"/>
    <dgm:cxn modelId="{0EB9529B-4410-47C7-B274-CC25A0FC2796}" type="presParOf" srcId="{6C3E5E88-340D-412E-BCF4-2C4FAF10A063}" destId="{249269A0-A994-4877-8D42-97D6A24A1230}" srcOrd="3" destOrd="0" presId="urn:microsoft.com/office/officeart/2018/5/layout/IconCircleLabelList"/>
    <dgm:cxn modelId="{5A464278-6AF9-491B-9270-FE26A07710E6}" type="presParOf" srcId="{6C3E5E88-340D-412E-BCF4-2C4FAF10A063}" destId="{89861095-D795-4C5A-8AAB-F8720734E36F}" srcOrd="4" destOrd="0" presId="urn:microsoft.com/office/officeart/2018/5/layout/IconCircleLabelList"/>
    <dgm:cxn modelId="{A73C204B-7D94-4F62-8636-2998318F4FDB}" type="presParOf" srcId="{89861095-D795-4C5A-8AAB-F8720734E36F}" destId="{5795CEFE-04F4-4E9E-885F-FAE3A492B2A9}" srcOrd="0" destOrd="0" presId="urn:microsoft.com/office/officeart/2018/5/layout/IconCircleLabelList"/>
    <dgm:cxn modelId="{D050F0E9-0DF7-4496-9AE7-1DD48F8ED664}" type="presParOf" srcId="{89861095-D795-4C5A-8AAB-F8720734E36F}" destId="{25339AE6-6BB1-414E-B6AB-47E8A44A619A}" srcOrd="1" destOrd="0" presId="urn:microsoft.com/office/officeart/2018/5/layout/IconCircleLabelList"/>
    <dgm:cxn modelId="{6040F38F-860F-4ADB-90A4-6D663421FA69}" type="presParOf" srcId="{89861095-D795-4C5A-8AAB-F8720734E36F}" destId="{7F2242E2-04DC-46F6-BD0D-C32D0D525594}" srcOrd="2" destOrd="0" presId="urn:microsoft.com/office/officeart/2018/5/layout/IconCircleLabelList"/>
    <dgm:cxn modelId="{83D84A52-86CA-40FF-A796-87E9AB2D34C8}" type="presParOf" srcId="{89861095-D795-4C5A-8AAB-F8720734E36F}" destId="{CE778933-F857-4970-8C69-35ACADDAAB0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948458-88ED-4443-B411-10877CE2EFEA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accent1_2" csCatId="accent1" phldr="1"/>
      <dgm:spPr/>
      <dgm:t>
        <a:bodyPr/>
        <a:lstStyle/>
        <a:p>
          <a:endParaRPr lang="en-US"/>
        </a:p>
      </dgm:t>
    </dgm:pt>
    <dgm:pt modelId="{62462977-9997-4826-9C00-0C066AA45F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AT"/>
            <a:t>Node.js Backend</a:t>
          </a:r>
          <a:endParaRPr lang="en-US"/>
        </a:p>
      </dgm:t>
    </dgm:pt>
    <dgm:pt modelId="{B5084EE6-7E28-43F7-8801-121C2437214F}" type="parTrans" cxnId="{3CDE1E4B-049F-460D-A341-530321A206EB}">
      <dgm:prSet/>
      <dgm:spPr/>
      <dgm:t>
        <a:bodyPr/>
        <a:lstStyle/>
        <a:p>
          <a:endParaRPr lang="en-US"/>
        </a:p>
      </dgm:t>
    </dgm:pt>
    <dgm:pt modelId="{42E9B3A8-F8BF-47D1-A1C5-6B56D99134A8}" type="sibTrans" cxnId="{3CDE1E4B-049F-460D-A341-530321A206EB}">
      <dgm:prSet/>
      <dgm:spPr/>
      <dgm:t>
        <a:bodyPr/>
        <a:lstStyle/>
        <a:p>
          <a:endParaRPr lang="en-US"/>
        </a:p>
      </dgm:t>
    </dgm:pt>
    <dgm:pt modelId="{404FE087-ADEC-433E-B943-FFB53D258A7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AT"/>
            <a:t>File-Based storage (JSON)</a:t>
          </a:r>
          <a:endParaRPr lang="en-US"/>
        </a:p>
      </dgm:t>
    </dgm:pt>
    <dgm:pt modelId="{734589BC-1E8C-4022-9F59-658193ACD8DD}" type="parTrans" cxnId="{4A6F7F6C-F18C-4A3A-AC87-E2D6A27A95A7}">
      <dgm:prSet/>
      <dgm:spPr/>
      <dgm:t>
        <a:bodyPr/>
        <a:lstStyle/>
        <a:p>
          <a:endParaRPr lang="en-US"/>
        </a:p>
      </dgm:t>
    </dgm:pt>
    <dgm:pt modelId="{7730CA0E-2ABC-4312-8D72-0387493E7337}" type="sibTrans" cxnId="{4A6F7F6C-F18C-4A3A-AC87-E2D6A27A95A7}">
      <dgm:prSet/>
      <dgm:spPr/>
      <dgm:t>
        <a:bodyPr/>
        <a:lstStyle/>
        <a:p>
          <a:endParaRPr lang="en-US"/>
        </a:p>
      </dgm:t>
    </dgm:pt>
    <dgm:pt modelId="{CE7C04A3-288B-40BC-8C4E-F48F4005329D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AT"/>
            <a:t>Frontend + API</a:t>
          </a:r>
          <a:endParaRPr lang="en-US"/>
        </a:p>
      </dgm:t>
    </dgm:pt>
    <dgm:pt modelId="{91A7EF3D-11FD-43BB-8498-0CF027014D4C}" type="parTrans" cxnId="{BB83CCF5-83CB-4E64-9878-8DE1DCE511A3}">
      <dgm:prSet/>
      <dgm:spPr/>
      <dgm:t>
        <a:bodyPr/>
        <a:lstStyle/>
        <a:p>
          <a:endParaRPr lang="en-US"/>
        </a:p>
      </dgm:t>
    </dgm:pt>
    <dgm:pt modelId="{C5F391A5-3746-412E-AF99-98C29962B6C8}" type="sibTrans" cxnId="{BB83CCF5-83CB-4E64-9878-8DE1DCE511A3}">
      <dgm:prSet/>
      <dgm:spPr/>
      <dgm:t>
        <a:bodyPr/>
        <a:lstStyle/>
        <a:p>
          <a:endParaRPr lang="en-US"/>
        </a:p>
      </dgm:t>
    </dgm:pt>
    <dgm:pt modelId="{E590E8EE-F7F5-48E5-9086-72BE07573FE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de-AT"/>
            <a:t>Tests</a:t>
          </a:r>
          <a:endParaRPr lang="en-US"/>
        </a:p>
      </dgm:t>
    </dgm:pt>
    <dgm:pt modelId="{9930258F-9ED4-4115-BA0A-6A4BC8500B22}" type="parTrans" cxnId="{563F7574-F91A-4C2B-8318-8B9CCC6B7EEA}">
      <dgm:prSet/>
      <dgm:spPr/>
      <dgm:t>
        <a:bodyPr/>
        <a:lstStyle/>
        <a:p>
          <a:endParaRPr lang="en-US"/>
        </a:p>
      </dgm:t>
    </dgm:pt>
    <dgm:pt modelId="{E622B7F9-8CA7-499B-B663-71C4BB734437}" type="sibTrans" cxnId="{563F7574-F91A-4C2B-8318-8B9CCC6B7EEA}">
      <dgm:prSet/>
      <dgm:spPr/>
      <dgm:t>
        <a:bodyPr/>
        <a:lstStyle/>
        <a:p>
          <a:endParaRPr lang="en-US"/>
        </a:p>
      </dgm:t>
    </dgm:pt>
    <dgm:pt modelId="{A606226A-5A0A-4406-8C19-1E7399A025D4}" type="pres">
      <dgm:prSet presAssocID="{D2948458-88ED-4443-B411-10877CE2EFEA}" presName="root" presStyleCnt="0">
        <dgm:presLayoutVars>
          <dgm:dir/>
          <dgm:resizeHandles val="exact"/>
        </dgm:presLayoutVars>
      </dgm:prSet>
      <dgm:spPr/>
    </dgm:pt>
    <dgm:pt modelId="{84A6238A-8234-4E6A-8D5C-88AFAE10D773}" type="pres">
      <dgm:prSet presAssocID="{62462977-9997-4826-9C00-0C066AA45F77}" presName="compNode" presStyleCnt="0"/>
      <dgm:spPr/>
    </dgm:pt>
    <dgm:pt modelId="{12743329-2CE2-43D4-AD37-1E9E46E51822}" type="pres">
      <dgm:prSet presAssocID="{62462977-9997-4826-9C00-0C066AA45F77}" presName="iconBgRect" presStyleLbl="bgShp" presStyleIdx="0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CD2012A1-089F-42E8-A756-FEA4F6DF2D22}" type="pres">
      <dgm:prSet presAssocID="{62462977-9997-4826-9C00-0C066AA45F77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enbank"/>
        </a:ext>
      </dgm:extLst>
    </dgm:pt>
    <dgm:pt modelId="{38796C8C-BFAC-45EB-B64E-81F6C108FEF2}" type="pres">
      <dgm:prSet presAssocID="{62462977-9997-4826-9C00-0C066AA45F77}" presName="spaceRect" presStyleCnt="0"/>
      <dgm:spPr/>
    </dgm:pt>
    <dgm:pt modelId="{A2CC87A3-1B56-4159-BFE1-6694C6F62827}" type="pres">
      <dgm:prSet presAssocID="{62462977-9997-4826-9C00-0C066AA45F77}" presName="textRect" presStyleLbl="revTx" presStyleIdx="0" presStyleCnt="4">
        <dgm:presLayoutVars>
          <dgm:chMax val="1"/>
          <dgm:chPref val="1"/>
        </dgm:presLayoutVars>
      </dgm:prSet>
      <dgm:spPr/>
    </dgm:pt>
    <dgm:pt modelId="{AC7050ED-5671-41CB-98AB-C16C3F97D416}" type="pres">
      <dgm:prSet presAssocID="{42E9B3A8-F8BF-47D1-A1C5-6B56D99134A8}" presName="sibTrans" presStyleCnt="0"/>
      <dgm:spPr/>
    </dgm:pt>
    <dgm:pt modelId="{1C8EB78B-3F98-4460-A070-825DDBE603F3}" type="pres">
      <dgm:prSet presAssocID="{404FE087-ADEC-433E-B943-FFB53D258A77}" presName="compNode" presStyleCnt="0"/>
      <dgm:spPr/>
    </dgm:pt>
    <dgm:pt modelId="{995E2607-6D10-450E-9A40-8DCC7C26A658}" type="pres">
      <dgm:prSet presAssocID="{404FE087-ADEC-433E-B943-FFB53D258A77}" presName="iconBgRect" presStyleLbl="bgShp" presStyleIdx="1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DCCBCFC1-C925-48B7-B147-039BED0E00B3}" type="pres">
      <dgm:prSet presAssocID="{404FE087-ADEC-433E-B943-FFB53D258A77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en Folder"/>
        </a:ext>
      </dgm:extLst>
    </dgm:pt>
    <dgm:pt modelId="{E86E1652-9164-4BED-9544-B3F80D3AF965}" type="pres">
      <dgm:prSet presAssocID="{404FE087-ADEC-433E-B943-FFB53D258A77}" presName="spaceRect" presStyleCnt="0"/>
      <dgm:spPr/>
    </dgm:pt>
    <dgm:pt modelId="{F9681251-ACFF-40FA-85C6-AE5B77971C62}" type="pres">
      <dgm:prSet presAssocID="{404FE087-ADEC-433E-B943-FFB53D258A77}" presName="textRect" presStyleLbl="revTx" presStyleIdx="1" presStyleCnt="4">
        <dgm:presLayoutVars>
          <dgm:chMax val="1"/>
          <dgm:chPref val="1"/>
        </dgm:presLayoutVars>
      </dgm:prSet>
      <dgm:spPr/>
    </dgm:pt>
    <dgm:pt modelId="{69661A66-43BC-48B4-A8C8-C63808E9F84E}" type="pres">
      <dgm:prSet presAssocID="{7730CA0E-2ABC-4312-8D72-0387493E7337}" presName="sibTrans" presStyleCnt="0"/>
      <dgm:spPr/>
    </dgm:pt>
    <dgm:pt modelId="{32C0A2BD-9B36-4E3B-BDBA-D39B41D56DE6}" type="pres">
      <dgm:prSet presAssocID="{CE7C04A3-288B-40BC-8C4E-F48F4005329D}" presName="compNode" presStyleCnt="0"/>
      <dgm:spPr/>
    </dgm:pt>
    <dgm:pt modelId="{3513B1C2-85F2-4B0C-9432-6C5917ADAF66}" type="pres">
      <dgm:prSet presAssocID="{CE7C04A3-288B-40BC-8C4E-F48F4005329D}" presName="iconBgRect" presStyleLbl="bgShp" presStyleIdx="2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ED262F48-9EC8-42F5-9798-A23AB54EB81B}" type="pres">
      <dgm:prSet presAssocID="{CE7C04A3-288B-40BC-8C4E-F48F4005329D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enutzer"/>
        </a:ext>
      </dgm:extLst>
    </dgm:pt>
    <dgm:pt modelId="{8F8D1A51-3EAD-4861-9BC9-A6F478581F56}" type="pres">
      <dgm:prSet presAssocID="{CE7C04A3-288B-40BC-8C4E-F48F4005329D}" presName="spaceRect" presStyleCnt="0"/>
      <dgm:spPr/>
    </dgm:pt>
    <dgm:pt modelId="{3F4C1A78-12FC-4D51-9847-2D29E0E0ADF0}" type="pres">
      <dgm:prSet presAssocID="{CE7C04A3-288B-40BC-8C4E-F48F4005329D}" presName="textRect" presStyleLbl="revTx" presStyleIdx="2" presStyleCnt="4">
        <dgm:presLayoutVars>
          <dgm:chMax val="1"/>
          <dgm:chPref val="1"/>
        </dgm:presLayoutVars>
      </dgm:prSet>
      <dgm:spPr/>
    </dgm:pt>
    <dgm:pt modelId="{9D926CC4-7694-47F7-B120-6DF6FA7A5052}" type="pres">
      <dgm:prSet presAssocID="{C5F391A5-3746-412E-AF99-98C29962B6C8}" presName="sibTrans" presStyleCnt="0"/>
      <dgm:spPr/>
    </dgm:pt>
    <dgm:pt modelId="{EDC596D3-0657-4377-84C0-3026BA055969}" type="pres">
      <dgm:prSet presAssocID="{E590E8EE-F7F5-48E5-9086-72BE07573FE2}" presName="compNode" presStyleCnt="0"/>
      <dgm:spPr/>
    </dgm:pt>
    <dgm:pt modelId="{5B1FEBB0-02C8-4860-A602-BB47C6BDA22B}" type="pres">
      <dgm:prSet presAssocID="{E590E8EE-F7F5-48E5-9086-72BE07573FE2}" presName="iconBgRect" presStyleLbl="bgShp" presStyleIdx="3" presStyleCnt="4"/>
      <dgm:spPr>
        <a:prstGeom prst="round2DiagRect">
          <a:avLst>
            <a:gd name="adj1" fmla="val 29727"/>
            <a:gd name="adj2" fmla="val 0"/>
          </a:avLst>
        </a:prstGeom>
      </dgm:spPr>
    </dgm:pt>
    <dgm:pt modelId="{933B75C1-430E-4125-9DE5-B96B8FC61D13}" type="pres">
      <dgm:prSet presAssocID="{E590E8EE-F7F5-48E5-9086-72BE07573FE2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2B9DF35F-F87A-4BBC-9D06-0411B8AE046B}" type="pres">
      <dgm:prSet presAssocID="{E590E8EE-F7F5-48E5-9086-72BE07573FE2}" presName="spaceRect" presStyleCnt="0"/>
      <dgm:spPr/>
    </dgm:pt>
    <dgm:pt modelId="{6EBB55F0-4C52-463D-8867-F63E1A8C26B2}" type="pres">
      <dgm:prSet presAssocID="{E590E8EE-F7F5-48E5-9086-72BE07573FE2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99FECC06-4F8F-43DC-B480-ABFB0AEE7D36}" type="presOf" srcId="{E590E8EE-F7F5-48E5-9086-72BE07573FE2}" destId="{6EBB55F0-4C52-463D-8867-F63E1A8C26B2}" srcOrd="0" destOrd="0" presId="urn:microsoft.com/office/officeart/2018/5/layout/IconLeafLabelList"/>
    <dgm:cxn modelId="{3CDE1E4B-049F-460D-A341-530321A206EB}" srcId="{D2948458-88ED-4443-B411-10877CE2EFEA}" destId="{62462977-9997-4826-9C00-0C066AA45F77}" srcOrd="0" destOrd="0" parTransId="{B5084EE6-7E28-43F7-8801-121C2437214F}" sibTransId="{42E9B3A8-F8BF-47D1-A1C5-6B56D99134A8}"/>
    <dgm:cxn modelId="{4A6F7F6C-F18C-4A3A-AC87-E2D6A27A95A7}" srcId="{D2948458-88ED-4443-B411-10877CE2EFEA}" destId="{404FE087-ADEC-433E-B943-FFB53D258A77}" srcOrd="1" destOrd="0" parTransId="{734589BC-1E8C-4022-9F59-658193ACD8DD}" sibTransId="{7730CA0E-2ABC-4312-8D72-0387493E7337}"/>
    <dgm:cxn modelId="{563F7574-F91A-4C2B-8318-8B9CCC6B7EEA}" srcId="{D2948458-88ED-4443-B411-10877CE2EFEA}" destId="{E590E8EE-F7F5-48E5-9086-72BE07573FE2}" srcOrd="3" destOrd="0" parTransId="{9930258F-9ED4-4115-BA0A-6A4BC8500B22}" sibTransId="{E622B7F9-8CA7-499B-B663-71C4BB734437}"/>
    <dgm:cxn modelId="{6407D877-4BB1-4154-8AD5-4EA19E67DF6F}" type="presOf" srcId="{62462977-9997-4826-9C00-0C066AA45F77}" destId="{A2CC87A3-1B56-4159-BFE1-6694C6F62827}" srcOrd="0" destOrd="0" presId="urn:microsoft.com/office/officeart/2018/5/layout/IconLeafLabelList"/>
    <dgm:cxn modelId="{4F6DB29A-8050-459D-9850-48E4D4F751E1}" type="presOf" srcId="{D2948458-88ED-4443-B411-10877CE2EFEA}" destId="{A606226A-5A0A-4406-8C19-1E7399A025D4}" srcOrd="0" destOrd="0" presId="urn:microsoft.com/office/officeart/2018/5/layout/IconLeafLabelList"/>
    <dgm:cxn modelId="{AEB73DEE-8FEA-4C70-8A8E-767D2DE49C4B}" type="presOf" srcId="{404FE087-ADEC-433E-B943-FFB53D258A77}" destId="{F9681251-ACFF-40FA-85C6-AE5B77971C62}" srcOrd="0" destOrd="0" presId="urn:microsoft.com/office/officeart/2018/5/layout/IconLeafLabelList"/>
    <dgm:cxn modelId="{BB83CCF5-83CB-4E64-9878-8DE1DCE511A3}" srcId="{D2948458-88ED-4443-B411-10877CE2EFEA}" destId="{CE7C04A3-288B-40BC-8C4E-F48F4005329D}" srcOrd="2" destOrd="0" parTransId="{91A7EF3D-11FD-43BB-8498-0CF027014D4C}" sibTransId="{C5F391A5-3746-412E-AF99-98C29962B6C8}"/>
    <dgm:cxn modelId="{D9BB48FA-C1C3-4DEC-AF7B-9290AEC26CEE}" type="presOf" srcId="{CE7C04A3-288B-40BC-8C4E-F48F4005329D}" destId="{3F4C1A78-12FC-4D51-9847-2D29E0E0ADF0}" srcOrd="0" destOrd="0" presId="urn:microsoft.com/office/officeart/2018/5/layout/IconLeafLabelList"/>
    <dgm:cxn modelId="{1E8C609B-AAC6-4039-A107-A1D28425E87C}" type="presParOf" srcId="{A606226A-5A0A-4406-8C19-1E7399A025D4}" destId="{84A6238A-8234-4E6A-8D5C-88AFAE10D773}" srcOrd="0" destOrd="0" presId="urn:microsoft.com/office/officeart/2018/5/layout/IconLeafLabelList"/>
    <dgm:cxn modelId="{C18508D8-CDE4-48A0-AFD2-7A6DC9232306}" type="presParOf" srcId="{84A6238A-8234-4E6A-8D5C-88AFAE10D773}" destId="{12743329-2CE2-43D4-AD37-1E9E46E51822}" srcOrd="0" destOrd="0" presId="urn:microsoft.com/office/officeart/2018/5/layout/IconLeafLabelList"/>
    <dgm:cxn modelId="{F442B7E7-E224-417D-855B-2F70B7E5C871}" type="presParOf" srcId="{84A6238A-8234-4E6A-8D5C-88AFAE10D773}" destId="{CD2012A1-089F-42E8-A756-FEA4F6DF2D22}" srcOrd="1" destOrd="0" presId="urn:microsoft.com/office/officeart/2018/5/layout/IconLeafLabelList"/>
    <dgm:cxn modelId="{0D0AC000-A911-47B3-A367-8BEE073DAA7D}" type="presParOf" srcId="{84A6238A-8234-4E6A-8D5C-88AFAE10D773}" destId="{38796C8C-BFAC-45EB-B64E-81F6C108FEF2}" srcOrd="2" destOrd="0" presId="urn:microsoft.com/office/officeart/2018/5/layout/IconLeafLabelList"/>
    <dgm:cxn modelId="{9ABC7AFD-9BE5-4D13-94AA-7A3781261848}" type="presParOf" srcId="{84A6238A-8234-4E6A-8D5C-88AFAE10D773}" destId="{A2CC87A3-1B56-4159-BFE1-6694C6F62827}" srcOrd="3" destOrd="0" presId="urn:microsoft.com/office/officeart/2018/5/layout/IconLeafLabelList"/>
    <dgm:cxn modelId="{6701DD4A-B8DC-45C6-A48E-2C2C46639775}" type="presParOf" srcId="{A606226A-5A0A-4406-8C19-1E7399A025D4}" destId="{AC7050ED-5671-41CB-98AB-C16C3F97D416}" srcOrd="1" destOrd="0" presId="urn:microsoft.com/office/officeart/2018/5/layout/IconLeafLabelList"/>
    <dgm:cxn modelId="{DBBA135E-0E28-4639-A883-6B0559DD80CC}" type="presParOf" srcId="{A606226A-5A0A-4406-8C19-1E7399A025D4}" destId="{1C8EB78B-3F98-4460-A070-825DDBE603F3}" srcOrd="2" destOrd="0" presId="urn:microsoft.com/office/officeart/2018/5/layout/IconLeafLabelList"/>
    <dgm:cxn modelId="{7CAFD4EA-34BA-4A44-933C-A0475C0F2DD9}" type="presParOf" srcId="{1C8EB78B-3F98-4460-A070-825DDBE603F3}" destId="{995E2607-6D10-450E-9A40-8DCC7C26A658}" srcOrd="0" destOrd="0" presId="urn:microsoft.com/office/officeart/2018/5/layout/IconLeafLabelList"/>
    <dgm:cxn modelId="{56974F9A-44EE-4E63-9E9D-5A7C9FFFDE2C}" type="presParOf" srcId="{1C8EB78B-3F98-4460-A070-825DDBE603F3}" destId="{DCCBCFC1-C925-48B7-B147-039BED0E00B3}" srcOrd="1" destOrd="0" presId="urn:microsoft.com/office/officeart/2018/5/layout/IconLeafLabelList"/>
    <dgm:cxn modelId="{3FEE7728-4FDB-486B-A124-5F9825E42442}" type="presParOf" srcId="{1C8EB78B-3F98-4460-A070-825DDBE603F3}" destId="{E86E1652-9164-4BED-9544-B3F80D3AF965}" srcOrd="2" destOrd="0" presId="urn:microsoft.com/office/officeart/2018/5/layout/IconLeafLabelList"/>
    <dgm:cxn modelId="{1EF48602-6F48-46B1-8293-F516F350E654}" type="presParOf" srcId="{1C8EB78B-3F98-4460-A070-825DDBE603F3}" destId="{F9681251-ACFF-40FA-85C6-AE5B77971C62}" srcOrd="3" destOrd="0" presId="urn:microsoft.com/office/officeart/2018/5/layout/IconLeafLabelList"/>
    <dgm:cxn modelId="{DC3DBCB8-7C61-4126-8A28-957209DAF855}" type="presParOf" srcId="{A606226A-5A0A-4406-8C19-1E7399A025D4}" destId="{69661A66-43BC-48B4-A8C8-C63808E9F84E}" srcOrd="3" destOrd="0" presId="urn:microsoft.com/office/officeart/2018/5/layout/IconLeafLabelList"/>
    <dgm:cxn modelId="{BB3C0F10-DD0E-467E-8AB7-EDEDE6C5C57D}" type="presParOf" srcId="{A606226A-5A0A-4406-8C19-1E7399A025D4}" destId="{32C0A2BD-9B36-4E3B-BDBA-D39B41D56DE6}" srcOrd="4" destOrd="0" presId="urn:microsoft.com/office/officeart/2018/5/layout/IconLeafLabelList"/>
    <dgm:cxn modelId="{4DAA26DC-12FE-4627-ACC7-1F9B7D14EBE6}" type="presParOf" srcId="{32C0A2BD-9B36-4E3B-BDBA-D39B41D56DE6}" destId="{3513B1C2-85F2-4B0C-9432-6C5917ADAF66}" srcOrd="0" destOrd="0" presId="urn:microsoft.com/office/officeart/2018/5/layout/IconLeafLabelList"/>
    <dgm:cxn modelId="{8729582F-7A2F-479D-BA00-7EF19CEB65E9}" type="presParOf" srcId="{32C0A2BD-9B36-4E3B-BDBA-D39B41D56DE6}" destId="{ED262F48-9EC8-42F5-9798-A23AB54EB81B}" srcOrd="1" destOrd="0" presId="urn:microsoft.com/office/officeart/2018/5/layout/IconLeafLabelList"/>
    <dgm:cxn modelId="{3D1725E7-7ED7-446C-8B28-DEE40AC59E20}" type="presParOf" srcId="{32C0A2BD-9B36-4E3B-BDBA-D39B41D56DE6}" destId="{8F8D1A51-3EAD-4861-9BC9-A6F478581F56}" srcOrd="2" destOrd="0" presId="urn:microsoft.com/office/officeart/2018/5/layout/IconLeafLabelList"/>
    <dgm:cxn modelId="{77F40E36-FDD1-472D-8C84-9BFAA103FF03}" type="presParOf" srcId="{32C0A2BD-9B36-4E3B-BDBA-D39B41D56DE6}" destId="{3F4C1A78-12FC-4D51-9847-2D29E0E0ADF0}" srcOrd="3" destOrd="0" presId="urn:microsoft.com/office/officeart/2018/5/layout/IconLeafLabelList"/>
    <dgm:cxn modelId="{4D277437-7366-41BC-8ED5-49A5FC515292}" type="presParOf" srcId="{A606226A-5A0A-4406-8C19-1E7399A025D4}" destId="{9D926CC4-7694-47F7-B120-6DF6FA7A5052}" srcOrd="5" destOrd="0" presId="urn:microsoft.com/office/officeart/2018/5/layout/IconLeafLabelList"/>
    <dgm:cxn modelId="{602A6C97-551A-4E8B-9B17-FAEF7E173D0B}" type="presParOf" srcId="{A606226A-5A0A-4406-8C19-1E7399A025D4}" destId="{EDC596D3-0657-4377-84C0-3026BA055969}" srcOrd="6" destOrd="0" presId="urn:microsoft.com/office/officeart/2018/5/layout/IconLeafLabelList"/>
    <dgm:cxn modelId="{F7693797-50D4-4D45-A45C-D175FDB38B15}" type="presParOf" srcId="{EDC596D3-0657-4377-84C0-3026BA055969}" destId="{5B1FEBB0-02C8-4860-A602-BB47C6BDA22B}" srcOrd="0" destOrd="0" presId="urn:microsoft.com/office/officeart/2018/5/layout/IconLeafLabelList"/>
    <dgm:cxn modelId="{70A20026-9445-4403-911D-956D75C5D99B}" type="presParOf" srcId="{EDC596D3-0657-4377-84C0-3026BA055969}" destId="{933B75C1-430E-4125-9DE5-B96B8FC61D13}" srcOrd="1" destOrd="0" presId="urn:microsoft.com/office/officeart/2018/5/layout/IconLeafLabelList"/>
    <dgm:cxn modelId="{94B81CBF-3492-42FF-ABA9-F5AA8964C443}" type="presParOf" srcId="{EDC596D3-0657-4377-84C0-3026BA055969}" destId="{2B9DF35F-F87A-4BBC-9D06-0411B8AE046B}" srcOrd="2" destOrd="0" presId="urn:microsoft.com/office/officeart/2018/5/layout/IconLeafLabelList"/>
    <dgm:cxn modelId="{26B29C42-0DF0-44D8-9C93-FF19924FCA98}" type="presParOf" srcId="{EDC596D3-0657-4377-84C0-3026BA055969}" destId="{6EBB55F0-4C52-463D-8867-F63E1A8C26B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0DF572A-1166-4B08-9478-3551972225FD}" type="doc">
      <dgm:prSet loTypeId="urn:microsoft.com/office/officeart/2008/layout/LinedList" loCatId="list" qsTypeId="urn:microsoft.com/office/officeart/2005/8/quickstyle/simple1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87677067-4B07-4559-B65A-5B63A07E24E4}">
      <dgm:prSet/>
      <dgm:spPr/>
      <dgm:t>
        <a:bodyPr/>
        <a:lstStyle/>
        <a:p>
          <a:r>
            <a:rPr lang="de-AT"/>
            <a:t>CRUD von Categories</a:t>
          </a:r>
          <a:endParaRPr lang="en-US"/>
        </a:p>
      </dgm:t>
    </dgm:pt>
    <dgm:pt modelId="{FF7BC7DF-84AD-4BC2-AD71-5EC8275317D7}" type="parTrans" cxnId="{4177B22D-F16B-4515-ACAB-E1CB3D154C24}">
      <dgm:prSet/>
      <dgm:spPr/>
      <dgm:t>
        <a:bodyPr/>
        <a:lstStyle/>
        <a:p>
          <a:endParaRPr lang="en-US"/>
        </a:p>
      </dgm:t>
    </dgm:pt>
    <dgm:pt modelId="{9A805101-9161-442B-BD5C-13630B222246}" type="sibTrans" cxnId="{4177B22D-F16B-4515-ACAB-E1CB3D154C24}">
      <dgm:prSet/>
      <dgm:spPr/>
      <dgm:t>
        <a:bodyPr/>
        <a:lstStyle/>
        <a:p>
          <a:endParaRPr lang="en-US"/>
        </a:p>
      </dgm:t>
    </dgm:pt>
    <dgm:pt modelId="{0BD0AA8F-C403-4AC9-98AE-22F0E06BC730}">
      <dgm:prSet/>
      <dgm:spPr/>
      <dgm:t>
        <a:bodyPr/>
        <a:lstStyle/>
        <a:p>
          <a:r>
            <a:rPr lang="de-AT"/>
            <a:t>Subkategorien</a:t>
          </a:r>
          <a:endParaRPr lang="en-US"/>
        </a:p>
      </dgm:t>
    </dgm:pt>
    <dgm:pt modelId="{4C3D7D1B-D8D8-474A-B877-C307FDA123AD}" type="parTrans" cxnId="{A84C5A9B-D427-4FAE-980C-A03657B02110}">
      <dgm:prSet/>
      <dgm:spPr/>
      <dgm:t>
        <a:bodyPr/>
        <a:lstStyle/>
        <a:p>
          <a:endParaRPr lang="en-US"/>
        </a:p>
      </dgm:t>
    </dgm:pt>
    <dgm:pt modelId="{B443B44A-A939-4800-B718-612A0DE7D8C2}" type="sibTrans" cxnId="{A84C5A9B-D427-4FAE-980C-A03657B02110}">
      <dgm:prSet/>
      <dgm:spPr/>
      <dgm:t>
        <a:bodyPr/>
        <a:lstStyle/>
        <a:p>
          <a:endParaRPr lang="en-US"/>
        </a:p>
      </dgm:t>
    </dgm:pt>
    <dgm:pt modelId="{4550A54D-C618-4A19-AE3F-94304807D269}">
      <dgm:prSet/>
      <dgm:spPr/>
      <dgm:t>
        <a:bodyPr/>
        <a:lstStyle/>
        <a:p>
          <a:r>
            <a:rPr lang="de-AT"/>
            <a:t>Mortgage-Funktionen (Zinsberechnung, Monatsrechnungen, …)</a:t>
          </a:r>
          <a:endParaRPr lang="en-US"/>
        </a:p>
      </dgm:t>
    </dgm:pt>
    <dgm:pt modelId="{D7BFBD7F-6A5E-41DB-A8B9-A8AD7C5AF0E1}" type="parTrans" cxnId="{7B5567B5-E0CD-41EC-83A0-DF18F8984594}">
      <dgm:prSet/>
      <dgm:spPr/>
      <dgm:t>
        <a:bodyPr/>
        <a:lstStyle/>
        <a:p>
          <a:endParaRPr lang="en-US"/>
        </a:p>
      </dgm:t>
    </dgm:pt>
    <dgm:pt modelId="{8E958EC1-D9EB-4487-8AEC-3480C4D0F679}" type="sibTrans" cxnId="{7B5567B5-E0CD-41EC-83A0-DF18F8984594}">
      <dgm:prSet/>
      <dgm:spPr/>
      <dgm:t>
        <a:bodyPr/>
        <a:lstStyle/>
        <a:p>
          <a:endParaRPr lang="en-US"/>
        </a:p>
      </dgm:t>
    </dgm:pt>
    <dgm:pt modelId="{DC9AB3C0-7529-4EC2-8E64-0B3EAE12DC7C}">
      <dgm:prSet/>
      <dgm:spPr/>
      <dgm:t>
        <a:bodyPr/>
        <a:lstStyle/>
        <a:p>
          <a:r>
            <a:rPr lang="de-AT"/>
            <a:t>Datenkonsistenz (Transaktionen)</a:t>
          </a:r>
          <a:endParaRPr lang="en-US"/>
        </a:p>
      </dgm:t>
    </dgm:pt>
    <dgm:pt modelId="{8C87EAE8-1145-403F-8BB3-A4E7D807959D}" type="parTrans" cxnId="{EC565BEA-0807-48D8-9E5B-F012AC4AFB6B}">
      <dgm:prSet/>
      <dgm:spPr/>
      <dgm:t>
        <a:bodyPr/>
        <a:lstStyle/>
        <a:p>
          <a:endParaRPr lang="en-US"/>
        </a:p>
      </dgm:t>
    </dgm:pt>
    <dgm:pt modelId="{20770F57-88E5-4DD4-A258-C43B1357CAC1}" type="sibTrans" cxnId="{EC565BEA-0807-48D8-9E5B-F012AC4AFB6B}">
      <dgm:prSet/>
      <dgm:spPr/>
      <dgm:t>
        <a:bodyPr/>
        <a:lstStyle/>
        <a:p>
          <a:endParaRPr lang="en-US"/>
        </a:p>
      </dgm:t>
    </dgm:pt>
    <dgm:pt modelId="{C35BE94A-6AD0-464F-A3E3-220C6981E67B}" type="pres">
      <dgm:prSet presAssocID="{50DF572A-1166-4B08-9478-3551972225FD}" presName="vert0" presStyleCnt="0">
        <dgm:presLayoutVars>
          <dgm:dir/>
          <dgm:animOne val="branch"/>
          <dgm:animLvl val="lvl"/>
        </dgm:presLayoutVars>
      </dgm:prSet>
      <dgm:spPr/>
    </dgm:pt>
    <dgm:pt modelId="{479AEACC-8299-4BA3-A977-B45207BE71CB}" type="pres">
      <dgm:prSet presAssocID="{87677067-4B07-4559-B65A-5B63A07E24E4}" presName="thickLine" presStyleLbl="alignNode1" presStyleIdx="0" presStyleCnt="4"/>
      <dgm:spPr/>
    </dgm:pt>
    <dgm:pt modelId="{1C908671-1638-489D-B6DB-5CEA988D2F3F}" type="pres">
      <dgm:prSet presAssocID="{87677067-4B07-4559-B65A-5B63A07E24E4}" presName="horz1" presStyleCnt="0"/>
      <dgm:spPr/>
    </dgm:pt>
    <dgm:pt modelId="{C879677F-7C96-4B62-83C7-E3B438D46F50}" type="pres">
      <dgm:prSet presAssocID="{87677067-4B07-4559-B65A-5B63A07E24E4}" presName="tx1" presStyleLbl="revTx" presStyleIdx="0" presStyleCnt="4"/>
      <dgm:spPr/>
    </dgm:pt>
    <dgm:pt modelId="{C26C47A7-D60F-4E6D-89D5-56CE0468BE8B}" type="pres">
      <dgm:prSet presAssocID="{87677067-4B07-4559-B65A-5B63A07E24E4}" presName="vert1" presStyleCnt="0"/>
      <dgm:spPr/>
    </dgm:pt>
    <dgm:pt modelId="{D75733BE-E885-461A-B774-98E50CC30F6B}" type="pres">
      <dgm:prSet presAssocID="{0BD0AA8F-C403-4AC9-98AE-22F0E06BC730}" presName="thickLine" presStyleLbl="alignNode1" presStyleIdx="1" presStyleCnt="4"/>
      <dgm:spPr/>
    </dgm:pt>
    <dgm:pt modelId="{A684E3DB-2711-4C12-B5B8-E36A1E95D377}" type="pres">
      <dgm:prSet presAssocID="{0BD0AA8F-C403-4AC9-98AE-22F0E06BC730}" presName="horz1" presStyleCnt="0"/>
      <dgm:spPr/>
    </dgm:pt>
    <dgm:pt modelId="{0D7985F8-07CA-4D2E-AA11-3E98C416AA17}" type="pres">
      <dgm:prSet presAssocID="{0BD0AA8F-C403-4AC9-98AE-22F0E06BC730}" presName="tx1" presStyleLbl="revTx" presStyleIdx="1" presStyleCnt="4"/>
      <dgm:spPr/>
    </dgm:pt>
    <dgm:pt modelId="{FECA2DC9-62E5-4718-9D02-F4CFA0B736F7}" type="pres">
      <dgm:prSet presAssocID="{0BD0AA8F-C403-4AC9-98AE-22F0E06BC730}" presName="vert1" presStyleCnt="0"/>
      <dgm:spPr/>
    </dgm:pt>
    <dgm:pt modelId="{3D92AFC9-A542-41FB-868B-1460D249C049}" type="pres">
      <dgm:prSet presAssocID="{4550A54D-C618-4A19-AE3F-94304807D269}" presName="thickLine" presStyleLbl="alignNode1" presStyleIdx="2" presStyleCnt="4"/>
      <dgm:spPr/>
    </dgm:pt>
    <dgm:pt modelId="{7FFA2113-B996-4DB2-B622-B4076E21C6DC}" type="pres">
      <dgm:prSet presAssocID="{4550A54D-C618-4A19-AE3F-94304807D269}" presName="horz1" presStyleCnt="0"/>
      <dgm:spPr/>
    </dgm:pt>
    <dgm:pt modelId="{9DB8C439-7B76-4F7B-85E7-77CD87010BCC}" type="pres">
      <dgm:prSet presAssocID="{4550A54D-C618-4A19-AE3F-94304807D269}" presName="tx1" presStyleLbl="revTx" presStyleIdx="2" presStyleCnt="4"/>
      <dgm:spPr/>
    </dgm:pt>
    <dgm:pt modelId="{172AAA98-269E-4AF8-88E0-81FF8AC3DF26}" type="pres">
      <dgm:prSet presAssocID="{4550A54D-C618-4A19-AE3F-94304807D269}" presName="vert1" presStyleCnt="0"/>
      <dgm:spPr/>
    </dgm:pt>
    <dgm:pt modelId="{BCF23E4F-94A5-41B2-B917-3993A0FB053B}" type="pres">
      <dgm:prSet presAssocID="{DC9AB3C0-7529-4EC2-8E64-0B3EAE12DC7C}" presName="thickLine" presStyleLbl="alignNode1" presStyleIdx="3" presStyleCnt="4"/>
      <dgm:spPr/>
    </dgm:pt>
    <dgm:pt modelId="{DCD8470D-F905-4AC2-9280-B1F17E5E7B81}" type="pres">
      <dgm:prSet presAssocID="{DC9AB3C0-7529-4EC2-8E64-0B3EAE12DC7C}" presName="horz1" presStyleCnt="0"/>
      <dgm:spPr/>
    </dgm:pt>
    <dgm:pt modelId="{F031B32D-21E7-4E5A-9E34-6F36A2E469EE}" type="pres">
      <dgm:prSet presAssocID="{DC9AB3C0-7529-4EC2-8E64-0B3EAE12DC7C}" presName="tx1" presStyleLbl="revTx" presStyleIdx="3" presStyleCnt="4"/>
      <dgm:spPr/>
    </dgm:pt>
    <dgm:pt modelId="{DC0D2984-22C7-4DF1-A339-A5510880376E}" type="pres">
      <dgm:prSet presAssocID="{DC9AB3C0-7529-4EC2-8E64-0B3EAE12DC7C}" presName="vert1" presStyleCnt="0"/>
      <dgm:spPr/>
    </dgm:pt>
  </dgm:ptLst>
  <dgm:cxnLst>
    <dgm:cxn modelId="{F9147813-8102-4ECB-8FB2-E6319168C6FB}" type="presOf" srcId="{DC9AB3C0-7529-4EC2-8E64-0B3EAE12DC7C}" destId="{F031B32D-21E7-4E5A-9E34-6F36A2E469EE}" srcOrd="0" destOrd="0" presId="urn:microsoft.com/office/officeart/2008/layout/LinedList"/>
    <dgm:cxn modelId="{56D7421A-A567-4265-8294-1C32513759B2}" type="presOf" srcId="{0BD0AA8F-C403-4AC9-98AE-22F0E06BC730}" destId="{0D7985F8-07CA-4D2E-AA11-3E98C416AA17}" srcOrd="0" destOrd="0" presId="urn:microsoft.com/office/officeart/2008/layout/LinedList"/>
    <dgm:cxn modelId="{4177B22D-F16B-4515-ACAB-E1CB3D154C24}" srcId="{50DF572A-1166-4B08-9478-3551972225FD}" destId="{87677067-4B07-4559-B65A-5B63A07E24E4}" srcOrd="0" destOrd="0" parTransId="{FF7BC7DF-84AD-4BC2-AD71-5EC8275317D7}" sibTransId="{9A805101-9161-442B-BD5C-13630B222246}"/>
    <dgm:cxn modelId="{0EF43662-5678-4973-B37D-C7440E4A6590}" type="presOf" srcId="{87677067-4B07-4559-B65A-5B63A07E24E4}" destId="{C879677F-7C96-4B62-83C7-E3B438D46F50}" srcOrd="0" destOrd="0" presId="urn:microsoft.com/office/officeart/2008/layout/LinedList"/>
    <dgm:cxn modelId="{A84C5A9B-D427-4FAE-980C-A03657B02110}" srcId="{50DF572A-1166-4B08-9478-3551972225FD}" destId="{0BD0AA8F-C403-4AC9-98AE-22F0E06BC730}" srcOrd="1" destOrd="0" parTransId="{4C3D7D1B-D8D8-474A-B877-C307FDA123AD}" sibTransId="{B443B44A-A939-4800-B718-612A0DE7D8C2}"/>
    <dgm:cxn modelId="{B97D61B4-9D4B-4CC2-B6FF-B503A4641FA0}" type="presOf" srcId="{4550A54D-C618-4A19-AE3F-94304807D269}" destId="{9DB8C439-7B76-4F7B-85E7-77CD87010BCC}" srcOrd="0" destOrd="0" presId="urn:microsoft.com/office/officeart/2008/layout/LinedList"/>
    <dgm:cxn modelId="{7B5567B5-E0CD-41EC-83A0-DF18F8984594}" srcId="{50DF572A-1166-4B08-9478-3551972225FD}" destId="{4550A54D-C618-4A19-AE3F-94304807D269}" srcOrd="2" destOrd="0" parTransId="{D7BFBD7F-6A5E-41DB-A8B9-A8AD7C5AF0E1}" sibTransId="{8E958EC1-D9EB-4487-8AEC-3480C4D0F679}"/>
    <dgm:cxn modelId="{42C968C7-C8B1-4D42-ABA5-3F11604317E1}" type="presOf" srcId="{50DF572A-1166-4B08-9478-3551972225FD}" destId="{C35BE94A-6AD0-464F-A3E3-220C6981E67B}" srcOrd="0" destOrd="0" presId="urn:microsoft.com/office/officeart/2008/layout/LinedList"/>
    <dgm:cxn modelId="{EC565BEA-0807-48D8-9E5B-F012AC4AFB6B}" srcId="{50DF572A-1166-4B08-9478-3551972225FD}" destId="{DC9AB3C0-7529-4EC2-8E64-0B3EAE12DC7C}" srcOrd="3" destOrd="0" parTransId="{8C87EAE8-1145-403F-8BB3-A4E7D807959D}" sibTransId="{20770F57-88E5-4DD4-A258-C43B1357CAC1}"/>
    <dgm:cxn modelId="{FB417097-48CA-445B-9760-8B5AE799FFD3}" type="presParOf" srcId="{C35BE94A-6AD0-464F-A3E3-220C6981E67B}" destId="{479AEACC-8299-4BA3-A977-B45207BE71CB}" srcOrd="0" destOrd="0" presId="urn:microsoft.com/office/officeart/2008/layout/LinedList"/>
    <dgm:cxn modelId="{2570B408-7FBE-482C-AF78-079EC9148CD6}" type="presParOf" srcId="{C35BE94A-6AD0-464F-A3E3-220C6981E67B}" destId="{1C908671-1638-489D-B6DB-5CEA988D2F3F}" srcOrd="1" destOrd="0" presId="urn:microsoft.com/office/officeart/2008/layout/LinedList"/>
    <dgm:cxn modelId="{426B0966-89D5-40AA-A180-A96E407DC397}" type="presParOf" srcId="{1C908671-1638-489D-B6DB-5CEA988D2F3F}" destId="{C879677F-7C96-4B62-83C7-E3B438D46F50}" srcOrd="0" destOrd="0" presId="urn:microsoft.com/office/officeart/2008/layout/LinedList"/>
    <dgm:cxn modelId="{82FD9EB0-6505-4BD9-96D4-E097A4FB9D97}" type="presParOf" srcId="{1C908671-1638-489D-B6DB-5CEA988D2F3F}" destId="{C26C47A7-D60F-4E6D-89D5-56CE0468BE8B}" srcOrd="1" destOrd="0" presId="urn:microsoft.com/office/officeart/2008/layout/LinedList"/>
    <dgm:cxn modelId="{E337812F-0E4F-4F42-8CF9-FAD7E240572F}" type="presParOf" srcId="{C35BE94A-6AD0-464F-A3E3-220C6981E67B}" destId="{D75733BE-E885-461A-B774-98E50CC30F6B}" srcOrd="2" destOrd="0" presId="urn:microsoft.com/office/officeart/2008/layout/LinedList"/>
    <dgm:cxn modelId="{810E6E1D-3DF5-4A38-BAD7-224A055A1E47}" type="presParOf" srcId="{C35BE94A-6AD0-464F-A3E3-220C6981E67B}" destId="{A684E3DB-2711-4C12-B5B8-E36A1E95D377}" srcOrd="3" destOrd="0" presId="urn:microsoft.com/office/officeart/2008/layout/LinedList"/>
    <dgm:cxn modelId="{97B9619B-FE8F-4DFE-B21A-8CF85F33AA9A}" type="presParOf" srcId="{A684E3DB-2711-4C12-B5B8-E36A1E95D377}" destId="{0D7985F8-07CA-4D2E-AA11-3E98C416AA17}" srcOrd="0" destOrd="0" presId="urn:microsoft.com/office/officeart/2008/layout/LinedList"/>
    <dgm:cxn modelId="{47F33A21-F40C-4E7F-BDDD-505F6EEC428D}" type="presParOf" srcId="{A684E3DB-2711-4C12-B5B8-E36A1E95D377}" destId="{FECA2DC9-62E5-4718-9D02-F4CFA0B736F7}" srcOrd="1" destOrd="0" presId="urn:microsoft.com/office/officeart/2008/layout/LinedList"/>
    <dgm:cxn modelId="{05A74BF7-DE55-4823-96C7-04FD83780B88}" type="presParOf" srcId="{C35BE94A-6AD0-464F-A3E3-220C6981E67B}" destId="{3D92AFC9-A542-41FB-868B-1460D249C049}" srcOrd="4" destOrd="0" presId="urn:microsoft.com/office/officeart/2008/layout/LinedList"/>
    <dgm:cxn modelId="{23716FE5-F7C2-4721-BC6B-F646E9D60104}" type="presParOf" srcId="{C35BE94A-6AD0-464F-A3E3-220C6981E67B}" destId="{7FFA2113-B996-4DB2-B622-B4076E21C6DC}" srcOrd="5" destOrd="0" presId="urn:microsoft.com/office/officeart/2008/layout/LinedList"/>
    <dgm:cxn modelId="{5B8E4076-18E3-4993-9AFE-3CB516840D46}" type="presParOf" srcId="{7FFA2113-B996-4DB2-B622-B4076E21C6DC}" destId="{9DB8C439-7B76-4F7B-85E7-77CD87010BCC}" srcOrd="0" destOrd="0" presId="urn:microsoft.com/office/officeart/2008/layout/LinedList"/>
    <dgm:cxn modelId="{97D85190-1B83-42E0-A275-178A1E094D3C}" type="presParOf" srcId="{7FFA2113-B996-4DB2-B622-B4076E21C6DC}" destId="{172AAA98-269E-4AF8-88E0-81FF8AC3DF26}" srcOrd="1" destOrd="0" presId="urn:microsoft.com/office/officeart/2008/layout/LinedList"/>
    <dgm:cxn modelId="{217F70D2-1688-472C-935C-8F720B3657C7}" type="presParOf" srcId="{C35BE94A-6AD0-464F-A3E3-220C6981E67B}" destId="{BCF23E4F-94A5-41B2-B917-3993A0FB053B}" srcOrd="6" destOrd="0" presId="urn:microsoft.com/office/officeart/2008/layout/LinedList"/>
    <dgm:cxn modelId="{64C818B7-85F5-4E88-985D-196279DB3FA2}" type="presParOf" srcId="{C35BE94A-6AD0-464F-A3E3-220C6981E67B}" destId="{DCD8470D-F905-4AC2-9280-B1F17E5E7B81}" srcOrd="7" destOrd="0" presId="urn:microsoft.com/office/officeart/2008/layout/LinedList"/>
    <dgm:cxn modelId="{0B019FAB-67EE-4ACE-8D10-C82D33164773}" type="presParOf" srcId="{DCD8470D-F905-4AC2-9280-B1F17E5E7B81}" destId="{F031B32D-21E7-4E5A-9E34-6F36A2E469EE}" srcOrd="0" destOrd="0" presId="urn:microsoft.com/office/officeart/2008/layout/LinedList"/>
    <dgm:cxn modelId="{F0B04B41-D450-4268-A947-10DA080178CF}" type="presParOf" srcId="{DCD8470D-F905-4AC2-9280-B1F17E5E7B81}" destId="{DC0D2984-22C7-4DF1-A339-A5510880376E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D9A2D8-57E4-40A3-B163-8A2726D41AA9}">
      <dsp:nvSpPr>
        <dsp:cNvPr id="0" name=""/>
        <dsp:cNvSpPr/>
      </dsp:nvSpPr>
      <dsp:spPr>
        <a:xfrm>
          <a:off x="718664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0A7D33-ECEE-4CC5-BF37-8144C5754117}">
      <dsp:nvSpPr>
        <dsp:cNvPr id="0" name=""/>
        <dsp:cNvSpPr/>
      </dsp:nvSpPr>
      <dsp:spPr>
        <a:xfrm>
          <a:off x="1135476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E2490EF-321D-4D0D-A4E3-9776641009FC}">
      <dsp:nvSpPr>
        <dsp:cNvPr id="0" name=""/>
        <dsp:cNvSpPr/>
      </dsp:nvSpPr>
      <dsp:spPr>
        <a:xfrm>
          <a:off x="93445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AT" sz="1700" kern="1200"/>
            <a:t>Kategorien &amp; Transaktionen verwalten</a:t>
          </a:r>
          <a:endParaRPr lang="en-US" sz="1700" kern="1200"/>
        </a:p>
      </dsp:txBody>
      <dsp:txXfrm>
        <a:off x="93445" y="3018902"/>
        <a:ext cx="3206250" cy="720000"/>
      </dsp:txXfrm>
    </dsp:sp>
    <dsp:sp modelId="{3A1F1196-4822-458F-B5B5-F6614843FBF0}">
      <dsp:nvSpPr>
        <dsp:cNvPr id="0" name=""/>
        <dsp:cNvSpPr/>
      </dsp:nvSpPr>
      <dsp:spPr>
        <a:xfrm>
          <a:off x="4486008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B0CE49-F04B-409A-AFD4-74DEF9B928FD}">
      <dsp:nvSpPr>
        <dsp:cNvPr id="0" name=""/>
        <dsp:cNvSpPr/>
      </dsp:nvSpPr>
      <dsp:spPr>
        <a:xfrm>
          <a:off x="4902820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EE82DB-EB6B-4CE6-B50B-2168DF0F330C}">
      <dsp:nvSpPr>
        <dsp:cNvPr id="0" name=""/>
        <dsp:cNvSpPr/>
      </dsp:nvSpPr>
      <dsp:spPr>
        <a:xfrm>
          <a:off x="3860789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AT" sz="1700" kern="1200"/>
            <a:t>Finanzdaten werden lokal in JSON-Dateien gespeichert</a:t>
          </a:r>
          <a:endParaRPr lang="en-US" sz="1700" kern="1200"/>
        </a:p>
      </dsp:txBody>
      <dsp:txXfrm>
        <a:off x="3860789" y="3018902"/>
        <a:ext cx="3206250" cy="720000"/>
      </dsp:txXfrm>
    </dsp:sp>
    <dsp:sp modelId="{5795CEFE-04F4-4E9E-885F-FAE3A492B2A9}">
      <dsp:nvSpPr>
        <dsp:cNvPr id="0" name=""/>
        <dsp:cNvSpPr/>
      </dsp:nvSpPr>
      <dsp:spPr>
        <a:xfrm>
          <a:off x="8253352" y="4539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339AE6-6BB1-414E-B6AB-47E8A44A619A}">
      <dsp:nvSpPr>
        <dsp:cNvPr id="0" name=""/>
        <dsp:cNvSpPr/>
      </dsp:nvSpPr>
      <dsp:spPr>
        <a:xfrm>
          <a:off x="8670164" y="8707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778933-F857-4970-8C69-35ACADDAAB00}">
      <dsp:nvSpPr>
        <dsp:cNvPr id="0" name=""/>
        <dsp:cNvSpPr/>
      </dsp:nvSpPr>
      <dsp:spPr>
        <a:xfrm>
          <a:off x="7628133" y="30189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AT" sz="1700" kern="1200"/>
            <a:t>Viele Operationen auf Daten (CRUD + Replacements)</a:t>
          </a:r>
          <a:endParaRPr lang="en-US" sz="1700" kern="1200"/>
        </a:p>
      </dsp:txBody>
      <dsp:txXfrm>
        <a:off x="7628133" y="3018902"/>
        <a:ext cx="3206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743329-2CE2-43D4-AD37-1E9E46E51822}">
      <dsp:nvSpPr>
        <dsp:cNvPr id="0" name=""/>
        <dsp:cNvSpPr/>
      </dsp:nvSpPr>
      <dsp:spPr>
        <a:xfrm>
          <a:off x="973190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2012A1-089F-42E8-A756-FEA4F6DF2D22}">
      <dsp:nvSpPr>
        <dsp:cNvPr id="0" name=""/>
        <dsp:cNvSpPr/>
      </dsp:nvSpPr>
      <dsp:spPr>
        <a:xfrm>
          <a:off x="1242597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CC87A3-1B56-4159-BFE1-6694C6F62827}">
      <dsp:nvSpPr>
        <dsp:cNvPr id="0" name=""/>
        <dsp:cNvSpPr/>
      </dsp:nvSpPr>
      <dsp:spPr>
        <a:xfrm>
          <a:off x="569079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AT" sz="2200" kern="1200"/>
            <a:t>Node.js Backend</a:t>
          </a:r>
          <a:endParaRPr lang="en-US" sz="2200" kern="1200"/>
        </a:p>
      </dsp:txBody>
      <dsp:txXfrm>
        <a:off x="569079" y="2644614"/>
        <a:ext cx="2072362" cy="720000"/>
      </dsp:txXfrm>
    </dsp:sp>
    <dsp:sp modelId="{995E2607-6D10-450E-9A40-8DCC7C26A658}">
      <dsp:nvSpPr>
        <dsp:cNvPr id="0" name=""/>
        <dsp:cNvSpPr/>
      </dsp:nvSpPr>
      <dsp:spPr>
        <a:xfrm>
          <a:off x="3408216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CCBCFC1-C925-48B7-B147-039BED0E00B3}">
      <dsp:nvSpPr>
        <dsp:cNvPr id="0" name=""/>
        <dsp:cNvSpPr/>
      </dsp:nvSpPr>
      <dsp:spPr>
        <a:xfrm>
          <a:off x="3677623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681251-ACFF-40FA-85C6-AE5B77971C62}">
      <dsp:nvSpPr>
        <dsp:cNvPr id="0" name=""/>
        <dsp:cNvSpPr/>
      </dsp:nvSpPr>
      <dsp:spPr>
        <a:xfrm>
          <a:off x="3004105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AT" sz="2200" kern="1200"/>
            <a:t>File-Based storage (JSON)</a:t>
          </a:r>
          <a:endParaRPr lang="en-US" sz="2200" kern="1200"/>
        </a:p>
      </dsp:txBody>
      <dsp:txXfrm>
        <a:off x="3004105" y="2644614"/>
        <a:ext cx="2072362" cy="720000"/>
      </dsp:txXfrm>
    </dsp:sp>
    <dsp:sp modelId="{3513B1C2-85F2-4B0C-9432-6C5917ADAF66}">
      <dsp:nvSpPr>
        <dsp:cNvPr id="0" name=""/>
        <dsp:cNvSpPr/>
      </dsp:nvSpPr>
      <dsp:spPr>
        <a:xfrm>
          <a:off x="5843242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262F48-9EC8-42F5-9798-A23AB54EB81B}">
      <dsp:nvSpPr>
        <dsp:cNvPr id="0" name=""/>
        <dsp:cNvSpPr/>
      </dsp:nvSpPr>
      <dsp:spPr>
        <a:xfrm>
          <a:off x="6112649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F4C1A78-12FC-4D51-9847-2D29E0E0ADF0}">
      <dsp:nvSpPr>
        <dsp:cNvPr id="0" name=""/>
        <dsp:cNvSpPr/>
      </dsp:nvSpPr>
      <dsp:spPr>
        <a:xfrm>
          <a:off x="5439131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AT" sz="2200" kern="1200"/>
            <a:t>Frontend + API</a:t>
          </a:r>
          <a:endParaRPr lang="en-US" sz="2200" kern="1200"/>
        </a:p>
      </dsp:txBody>
      <dsp:txXfrm>
        <a:off x="5439131" y="2644614"/>
        <a:ext cx="2072362" cy="720000"/>
      </dsp:txXfrm>
    </dsp:sp>
    <dsp:sp modelId="{5B1FEBB0-02C8-4860-A602-BB47C6BDA22B}">
      <dsp:nvSpPr>
        <dsp:cNvPr id="0" name=""/>
        <dsp:cNvSpPr/>
      </dsp:nvSpPr>
      <dsp:spPr>
        <a:xfrm>
          <a:off x="8278268" y="986724"/>
          <a:ext cx="1264141" cy="1264141"/>
        </a:xfrm>
        <a:prstGeom prst="round2DiagRect">
          <a:avLst>
            <a:gd name="adj1" fmla="val 29727"/>
            <a:gd name="adj2" fmla="val 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33B75C1-430E-4125-9DE5-B96B8FC61D13}">
      <dsp:nvSpPr>
        <dsp:cNvPr id="0" name=""/>
        <dsp:cNvSpPr/>
      </dsp:nvSpPr>
      <dsp:spPr>
        <a:xfrm>
          <a:off x="8547675" y="1256131"/>
          <a:ext cx="725326" cy="72532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B55F0-4C52-463D-8867-F63E1A8C26B2}">
      <dsp:nvSpPr>
        <dsp:cNvPr id="0" name=""/>
        <dsp:cNvSpPr/>
      </dsp:nvSpPr>
      <dsp:spPr>
        <a:xfrm>
          <a:off x="7874157" y="2644614"/>
          <a:ext cx="207236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de-AT" sz="2200" kern="1200"/>
            <a:t>Tests</a:t>
          </a:r>
          <a:endParaRPr lang="en-US" sz="2200" kern="1200"/>
        </a:p>
      </dsp:txBody>
      <dsp:txXfrm>
        <a:off x="7874157" y="2644614"/>
        <a:ext cx="207236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79AEACC-8299-4BA3-A977-B45207BE71CB}">
      <dsp:nvSpPr>
        <dsp:cNvPr id="0" name=""/>
        <dsp:cNvSpPr/>
      </dsp:nvSpPr>
      <dsp:spPr>
        <a:xfrm>
          <a:off x="0" y="0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9677F-7C96-4B62-83C7-E3B438D46F50}">
      <dsp:nvSpPr>
        <dsp:cNvPr id="0" name=""/>
        <dsp:cNvSpPr/>
      </dsp:nvSpPr>
      <dsp:spPr>
        <a:xfrm>
          <a:off x="0" y="0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kern="1200"/>
            <a:t>CRUD von Categories</a:t>
          </a:r>
          <a:endParaRPr lang="en-US" sz="3000" kern="1200"/>
        </a:p>
      </dsp:txBody>
      <dsp:txXfrm>
        <a:off x="0" y="0"/>
        <a:ext cx="10515600" cy="1088136"/>
      </dsp:txXfrm>
    </dsp:sp>
    <dsp:sp modelId="{D75733BE-E885-461A-B774-98E50CC30F6B}">
      <dsp:nvSpPr>
        <dsp:cNvPr id="0" name=""/>
        <dsp:cNvSpPr/>
      </dsp:nvSpPr>
      <dsp:spPr>
        <a:xfrm>
          <a:off x="0" y="1088136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7985F8-07CA-4D2E-AA11-3E98C416AA17}">
      <dsp:nvSpPr>
        <dsp:cNvPr id="0" name=""/>
        <dsp:cNvSpPr/>
      </dsp:nvSpPr>
      <dsp:spPr>
        <a:xfrm>
          <a:off x="0" y="1088136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kern="1200"/>
            <a:t>Subkategorien</a:t>
          </a:r>
          <a:endParaRPr lang="en-US" sz="3000" kern="1200"/>
        </a:p>
      </dsp:txBody>
      <dsp:txXfrm>
        <a:off x="0" y="1088136"/>
        <a:ext cx="10515600" cy="1088136"/>
      </dsp:txXfrm>
    </dsp:sp>
    <dsp:sp modelId="{3D92AFC9-A542-41FB-868B-1460D249C049}">
      <dsp:nvSpPr>
        <dsp:cNvPr id="0" name=""/>
        <dsp:cNvSpPr/>
      </dsp:nvSpPr>
      <dsp:spPr>
        <a:xfrm>
          <a:off x="0" y="2176272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B8C439-7B76-4F7B-85E7-77CD87010BCC}">
      <dsp:nvSpPr>
        <dsp:cNvPr id="0" name=""/>
        <dsp:cNvSpPr/>
      </dsp:nvSpPr>
      <dsp:spPr>
        <a:xfrm>
          <a:off x="0" y="2176272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kern="1200"/>
            <a:t>Mortgage-Funktionen (Zinsberechnung, Monatsrechnungen, …)</a:t>
          </a:r>
          <a:endParaRPr lang="en-US" sz="3000" kern="1200"/>
        </a:p>
      </dsp:txBody>
      <dsp:txXfrm>
        <a:off x="0" y="2176272"/>
        <a:ext cx="10515600" cy="1088136"/>
      </dsp:txXfrm>
    </dsp:sp>
    <dsp:sp modelId="{BCF23E4F-94A5-41B2-B917-3993A0FB053B}">
      <dsp:nvSpPr>
        <dsp:cNvPr id="0" name=""/>
        <dsp:cNvSpPr/>
      </dsp:nvSpPr>
      <dsp:spPr>
        <a:xfrm>
          <a:off x="0" y="3264408"/>
          <a:ext cx="10515600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31B32D-21E7-4E5A-9E34-6F36A2E469EE}">
      <dsp:nvSpPr>
        <dsp:cNvPr id="0" name=""/>
        <dsp:cNvSpPr/>
      </dsp:nvSpPr>
      <dsp:spPr>
        <a:xfrm>
          <a:off x="0" y="3264408"/>
          <a:ext cx="10515600" cy="10881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0" tIns="114300" rIns="114300" bIns="114300" numCol="1" spcCol="1270" anchor="t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000" kern="1200"/>
            <a:t>Datenkonsistenz (Transaktionen)</a:t>
          </a:r>
          <a:endParaRPr lang="en-US" sz="3000" kern="1200"/>
        </a:p>
      </dsp:txBody>
      <dsp:txXfrm>
        <a:off x="0" y="3264408"/>
        <a:ext cx="10515600" cy="10881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D87D3D1-4961-6867-9129-6E3EE45582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875E739-46E0-90B6-3977-73880BF7C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4D71B2B-579E-1105-EFE5-B4B2A32E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03A931-8844-6D55-5F87-B56496A3E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FEF621C-D855-AA37-93F6-68946FE33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137944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2D67009-F752-DAE9-38D8-74410C1E7F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76787EB-B762-A9A8-5215-8EADFB1D96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4310BE8-3929-3EAC-5E69-FD29705B0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06C025B-3CF9-800F-C647-A3FFB2FFB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0C862FD-CFF0-1A3F-EE36-D0250F61F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647873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DBD228-7649-428F-C77B-0365D38E9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226522-7B11-D1FF-24BD-368498497E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A5E06EA-9FF6-577E-BAAC-4199ED4B1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62386EC-9282-BF84-6E8E-AD61BD4DD8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8A1BB0-1BF6-C8B9-769B-B3DA24147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6149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09D91B-FCA7-1B3B-81E2-E34799A0A0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C1BE9EE-699E-BB45-28E7-619F5F44F0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200318F-7889-9272-245D-3D7B082305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1813882-3D2E-975F-DBD0-03BED8EB9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34FFBE9-A4E3-335A-2A3D-364CFCA7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A03AEB4-0920-096F-8EEB-A3A28238B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819460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1FD0990-CB88-D06B-48EB-666A4C6F9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82B258D-938E-0B84-84C7-7B5D8FF12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AD192EC-D3C9-09C6-EE4F-AB41A901E5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B650567-27B2-C731-A731-7D3DA85AB3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666680DB-1CE9-B08D-F88A-241E28412E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D31EC8B-5BD7-21D0-4034-B14F60931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0C7E136-C945-7A58-5470-855A4A9FD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127B342-C960-8120-C6FE-B913443708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6721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3631C2-6452-1D5E-C22D-B59A813B9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10A37E6-6B08-2A3D-D465-B511FC879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C43C66EF-5C3E-3B76-B4A7-AB7136DE9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7617A6A-C6F0-0EDF-776C-DEA073BD5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29201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FA9CC72-9DE6-B10A-F876-95F828E5B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B6FB042-1BF8-BAC4-B73E-F5C600F81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DF43230-79E8-13A2-7F63-A243D16B8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467208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BAE3D3-37A2-D9AD-7C5E-D294F3DA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5F43B53-CEE3-7099-8F2B-706AC8A890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37DA072-2331-1ED1-7AC9-99744824BE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C7D254B-012C-985D-8B66-77742C406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E55F270-5CE8-EC66-589B-E7DD7EA05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335A161-A5E5-FCB1-BA9B-97A7797DD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243063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22771D-8943-145A-669A-3567F61CB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6530AF8-7BA0-8944-556C-548963282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11BDF2-6CB0-E058-A7D1-34598DFB0B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5D46CF6-C0A1-6733-B51C-AEE39445F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CA04990-97C4-CC17-35F4-66AEE08D0A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C06C91-D9BC-FE5C-BE9D-C180D5CB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54975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0BF8F-1408-1B0D-7873-992A775AA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E5C0DB5-DFBF-0D59-DC91-D8C21505DD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1AE4BD-25A6-3C91-FF0C-5C75FADC3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72F53F3-9DBC-637A-6B40-6560354D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2E2B2A-09DC-7A38-23BA-4FC2CE490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78793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9E3E1E9-32E8-722F-05A1-310135B756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19A706-2EDD-212D-442C-BD72A36F34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1D6CE9-2186-2DBC-E5F7-FF2E71D97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7BAF189-1629-0274-5D11-DE4E341C3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C2720CC-FFFA-581F-0C2A-DC3089C7B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83168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A531C34-36A8-AB75-EDD4-10F60C7AC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B4D6737-1301-2F04-3F5E-2A69B9C302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B6582A-8750-AFF9-8868-14634AC6C2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963F5A-521E-487D-BEA2-802DBD526383}" type="datetimeFigureOut">
              <a:rPr lang="de-AT" smtClean="0"/>
              <a:t>26.06.2026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D9BE15-CD6E-E410-99B3-E736DF5114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74AADD8-1841-0DB9-2C00-3817BAAD19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C5EB8F-21B6-466E-8E49-20EE3ACFD565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242035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7" name="Rectangle 1032">
            <a:extLst>
              <a:ext uri="{FF2B5EF4-FFF2-40B4-BE49-F238E27FC236}">
                <a16:creationId xmlns:a16="http://schemas.microsoft.com/office/drawing/2014/main" id="{19C91F84-6F96-436D-9107-A5B849C770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C64D239-0A13-EF44-5C6E-F567EE2F7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3539" y="4243761"/>
            <a:ext cx="9797114" cy="1114380"/>
          </a:xfrm>
        </p:spPr>
        <p:txBody>
          <a:bodyPr>
            <a:normAutofit/>
          </a:bodyPr>
          <a:lstStyle/>
          <a:p>
            <a:r>
              <a:rPr lang="de-AT" sz="5200"/>
              <a:t>Brisk Budget WAT4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9921F4C-5694-BDA9-7AB5-8B02244C2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3539" y="5571899"/>
            <a:ext cx="9812614" cy="545478"/>
          </a:xfrm>
        </p:spPr>
        <p:txBody>
          <a:bodyPr>
            <a:normAutofit/>
          </a:bodyPr>
          <a:lstStyle/>
          <a:p>
            <a:r>
              <a:rPr lang="de-AT"/>
              <a:t>By Jennifer Schimani &amp; Daniel Brandstätter</a:t>
            </a:r>
            <a:endParaRPr lang="de-AT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15C2012-B9E0-5CD1-AB11-90D1114FC4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94099" y="771869"/>
            <a:ext cx="3797536" cy="3085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FF04D27B-4E71-1A2C-29D8-605F23E828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386" y="890541"/>
            <a:ext cx="3797536" cy="284815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9E8A4215-4D2F-49DB-CA7F-66E47E038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2673" y="1930117"/>
            <a:ext cx="3797536" cy="769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392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1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171D1FD-2049-CE8C-87A3-3DD60E33F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/>
              <a:t>Finanz-Tool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65FA5101-7B38-C0E6-4BF2-3F9425A719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41306"/>
            <a:ext cx="5614416" cy="2652812"/>
          </a:xfrm>
          <a:prstGeom prst="rect">
            <a:avLst/>
          </a:prstGeom>
        </p:spPr>
      </p:pic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F4195556-FAB3-CCE4-FD2E-1155ACA8FF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254496" y="1060612"/>
            <a:ext cx="5614416" cy="2414199"/>
          </a:xfrm>
          <a:prstGeom prst="rect">
            <a:avLst/>
          </a:prstGeom>
        </p:spPr>
      </p:pic>
      <p:sp>
        <p:nvSpPr>
          <p:cNvPr id="14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606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DEB3CAD-7989-E9AF-312B-6C1100F57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de-AT" sz="4000">
                <a:solidFill>
                  <a:srgbClr val="FFFFFF"/>
                </a:solidFill>
              </a:rPr>
              <a:t>Hauptfunktionen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BC784F62-E41D-CCAC-1888-74653FD34B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2092610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484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7">
            <a:extLst>
              <a:ext uri="{FF2B5EF4-FFF2-40B4-BE49-F238E27FC236}">
                <a16:creationId xmlns:a16="http://schemas.microsoft.com/office/drawing/2014/main" id="{6C4028FD-8BAA-4A19-BFDE-594D991B7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65EA95-A71D-8C68-412C-91FEA8D09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6995"/>
            <a:ext cx="10515600" cy="1133693"/>
          </a:xfrm>
        </p:spPr>
        <p:txBody>
          <a:bodyPr>
            <a:normAutofit/>
          </a:bodyPr>
          <a:lstStyle/>
          <a:p>
            <a:r>
              <a:rPr lang="de-AT" sz="5200"/>
              <a:t>Systemüberblick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A3D3066B-751D-E8FF-4DDF-ABE34C459F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4983574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44611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7FE5066-C248-4818-9BF1-7DEC9F72F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de-AT" sz="5200"/>
              <a:t>Was wurde getestet?</a:t>
            </a:r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DBF29C8A-A207-8DD0-9695-C03D9266F9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181971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287954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67D5C-699B-93B2-B680-21C957406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Warum wurde das getestet?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CF7D533-0D5A-3D2F-01D5-63D2AF1BC7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Daten werden in Dateien gespeichert -&gt; fehleranfällig</a:t>
            </a:r>
          </a:p>
          <a:p>
            <a:endParaRPr lang="de-AT" dirty="0"/>
          </a:p>
          <a:p>
            <a:r>
              <a:rPr lang="de-AT" dirty="0"/>
              <a:t>Zinslogik muss korrekt sein</a:t>
            </a:r>
          </a:p>
          <a:p>
            <a:endParaRPr lang="de-AT" dirty="0"/>
          </a:p>
          <a:p>
            <a:r>
              <a:rPr lang="de-AT" dirty="0"/>
              <a:t>Kategorien müssen korrekt verwaltet werden </a:t>
            </a:r>
          </a:p>
        </p:txBody>
      </p:sp>
    </p:spTree>
    <p:extLst>
      <p:ext uri="{BB962C8B-B14F-4D97-AF65-F5344CB8AC3E}">
        <p14:creationId xmlns:p14="http://schemas.microsoft.com/office/powerpoint/2010/main" val="2395234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A9A00D4-7AF7-54F5-CE10-5B497F438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Testarten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2B3CED9-C21A-1500-7848-5B0523E73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Unit Tests (z.B. </a:t>
            </a:r>
            <a:r>
              <a:rPr lang="de-AT" dirty="0" err="1"/>
              <a:t>addOneMonth</a:t>
            </a:r>
            <a:r>
              <a:rPr lang="de-AT" dirty="0"/>
              <a:t> – reine Logik)</a:t>
            </a:r>
          </a:p>
          <a:p>
            <a:endParaRPr lang="de-AT" dirty="0"/>
          </a:p>
          <a:p>
            <a:r>
              <a:rPr lang="de-AT" dirty="0"/>
              <a:t>Integration Tests (Kategorien + File System + Transactions) – Zusammenspiel mehrerer Module</a:t>
            </a:r>
          </a:p>
          <a:p>
            <a:endParaRPr lang="de-AT" dirty="0"/>
          </a:p>
          <a:p>
            <a:r>
              <a:rPr lang="de-AT" dirty="0"/>
              <a:t>E2E Tests (</a:t>
            </a:r>
            <a:r>
              <a:rPr lang="de-AT" dirty="0" err="1"/>
              <a:t>Playwright</a:t>
            </a:r>
            <a:r>
              <a:rPr lang="de-AT" dirty="0"/>
              <a:t>, Tests mit Hilfe von UI)</a:t>
            </a:r>
          </a:p>
        </p:txBody>
      </p:sp>
    </p:spTree>
    <p:extLst>
      <p:ext uri="{BB962C8B-B14F-4D97-AF65-F5344CB8AC3E}">
        <p14:creationId xmlns:p14="http://schemas.microsoft.com/office/powerpoint/2010/main" val="2682684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EF5B05D-F9FA-3AB2-B499-96142C46F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1955" y="643466"/>
            <a:ext cx="7428089" cy="557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7012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24482-1381-51DF-2416-B42D1750AB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Warum?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2D8A13-BDC8-5686-848D-F6495D13D1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(indirekt) Kann es den JSON </a:t>
            </a:r>
            <a:r>
              <a:rPr lang="de-AT" dirty="0" err="1"/>
              <a:t>Datestrom</a:t>
            </a:r>
            <a:r>
              <a:rPr lang="de-AT" dirty="0"/>
              <a:t> aus dem HTTP-Request korrekt lesen?</a:t>
            </a:r>
          </a:p>
          <a:p>
            <a:endParaRPr lang="de-AT" dirty="0"/>
          </a:p>
          <a:p>
            <a:r>
              <a:rPr lang="de-AT" dirty="0"/>
              <a:t>Kann mein Backend HTTP-Request Body korrekt in ein JS Objekt umwandeln?</a:t>
            </a:r>
          </a:p>
          <a:p>
            <a:endParaRPr lang="de-AT" dirty="0"/>
          </a:p>
          <a:p>
            <a:r>
              <a:rPr lang="de-AT" dirty="0"/>
              <a:t>Funktioniert die Logik?</a:t>
            </a:r>
          </a:p>
          <a:p>
            <a:endParaRPr lang="de-AT" dirty="0"/>
          </a:p>
          <a:p>
            <a:r>
              <a:rPr lang="de-AT" dirty="0"/>
              <a:t>Ist das System vergesslich?</a:t>
            </a:r>
          </a:p>
        </p:txBody>
      </p:sp>
    </p:spTree>
    <p:extLst>
      <p:ext uri="{BB962C8B-B14F-4D97-AF65-F5344CB8AC3E}">
        <p14:creationId xmlns:p14="http://schemas.microsoft.com/office/powerpoint/2010/main" val="6993722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</Words>
  <Application>Microsoft Office PowerPoint</Application>
  <PresentationFormat>Breitbild</PresentationFormat>
  <Paragraphs>37</Paragraphs>
  <Slides>9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</vt:lpstr>
      <vt:lpstr>Brisk Budget WAT4</vt:lpstr>
      <vt:lpstr>Finanz-Tool</vt:lpstr>
      <vt:lpstr>Hauptfunktionen</vt:lpstr>
      <vt:lpstr>Systemüberblick</vt:lpstr>
      <vt:lpstr>Was wurde getestet?</vt:lpstr>
      <vt:lpstr>Warum wurde das getestet?</vt:lpstr>
      <vt:lpstr>Testarten</vt:lpstr>
      <vt:lpstr>PowerPoint-Präsentation</vt:lpstr>
      <vt:lpstr>Warum?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Jenny Schimani</dc:creator>
  <cp:lastModifiedBy>Jenny Schimani</cp:lastModifiedBy>
  <cp:revision>42</cp:revision>
  <dcterms:created xsi:type="dcterms:W3CDTF">2026-06-26T19:33:10Z</dcterms:created>
  <dcterms:modified xsi:type="dcterms:W3CDTF">2026-06-26T20:28:37Z</dcterms:modified>
</cp:coreProperties>
</file>